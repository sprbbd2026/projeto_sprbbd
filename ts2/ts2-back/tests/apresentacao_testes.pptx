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49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Testes de Unidade e Testes de Mutação</a:t>
            </a:r>
          </a:p>
          <a:p>
            <a:r>
              <a:rPr sz="2200">
                <a:solidFill>
                  <a:srgbClr val="CFDDF0"/>
                </a:solidFill>
              </a:rPr>
              <a:t>Backend TS2 — FastAPI + SQLAlchemy + Pydantic</a:t>
            </a:r>
          </a:p>
          <a:p>
            <a:r>
              <a:rPr sz="1800">
                <a:solidFill>
                  <a:srgbClr val="9FC0E6"/>
                </a:solidFill>
              </a:rPr>
              <a:t>pytest  •  mutmut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DDF0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Conceito de teste de unidade e distinção em relação a testes de integração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Escopo de teste: camadas de serviço e schemas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Estratégia adotada: isolamento por meio de mock da Session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Casos de teste planejados (usuário e telemetria)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Fundamentos do teste de mutação e sua motivação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Processo com mutmut: configuração, execução e análise de resultados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Aprimoramento da suíte a partir dos mutantes sobreviventes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▸  Resultados obtidos e instruções de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Teste de Unidade vs.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E7D32"/>
                </a:solidFill>
              </a:rPr>
              <a:t>▸  Teste de unidade (objeto deste trabalho)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Verifica uma única função de forma isolada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As dependências externas são simuladas (mock)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Execução rápida, determinística e independente de ambiente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Dispensa banco de dados, rede e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C62828"/>
                </a:solidFill>
              </a:rPr>
              <a:t>▸  Teste de integração (fora do escopo)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Exercita múltiplos componentes em conjunto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Requer banco de dados real ou TestClient HTTP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Apresenta maior custo e menor estabilidade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Relevante, porém não contemplado nesta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Escopo de teste</a:t>
            </a:r>
          </a:p>
          <a:p>
            <a:r>
              <a:rPr sz="1400">
                <a:solidFill>
                  <a:srgbClr val="CFDDF0"/>
                </a:solidFill>
              </a:rPr>
              <a:t>Camadas de lógica pura, sem operações de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</a:rPr>
              <a:t>▸  app/services/user_service.py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create_user(): monta o Usuario, add/commit/refresh; e-mail duplicado → erro de domínio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get_users(): consulta todos os usuários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</a:rPr>
              <a:t>▸  app/services/telemetry_service.py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create_telemetry(): persiste; trata SQLAlchemyError e erro genérico → HTTP 500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get_telemetries(): paginação (skip/limit) e tratamento de erro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E6FB5"/>
                </a:solidFill>
              </a:rPr>
              <a:t>▸  app/schemas/ (Pydantic)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Validações: e-mail, tamanho mínimo da senha, defaults, modo ORM (from_attributes)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Estratégia: isolar com mock da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▸  A Session do SQLAlchemy é substituída por um MagicMock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Verifica-se o comportamento: as chamadas a add, commit, rollback e refresh ocorreram?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As falhas são simuladas por meio de side_effect (por exemplo, IntegrityError)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DATABASE_URL é configurado para SQLite em memória antes da importação (o engine é lazy, sem conexão)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234440"/>
            <a:ext cx="5577840" cy="493776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# tests/conftest.py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import os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os.environ.setdefault(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  "DATABASE_URL",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  "sqlite:///:memory:")</a:t>
            </a:r>
          </a:p>
          <a:p>
            <a:pPr>
              <a:spcAft>
                <a:spcPts val="0"/>
              </a:spcAft>
            </a:pPr>
            <a:endParaRPr sz="14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@pytest.fixture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def db():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  return MagicMock(spec=Session)</a:t>
            </a:r>
          </a:p>
          <a:p>
            <a:pPr>
              <a:spcAft>
                <a:spcPts val="0"/>
              </a:spcAft>
            </a:pPr>
            <a:endParaRPr sz="14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@pytest.fixture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def user_create():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  return UserCreate(nome='Ada',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Casos planejados — user_service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create_user — fluxo de sucesso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constrói o Usuario a partir dos dados do schema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executa add, commit e refresh; rollback não é invocado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</a:rPr>
              <a:t>▸  create_user — e-mail duplicado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commit lança IntegrityError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resulta em EmailJaCadastradoError e rollback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6FB5"/>
                </a:solidFill>
              </a:rPr>
              <a:t>▸  get_users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retorna a lista obtida pela consulta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def test_email_duplicado_...(db, user_create):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db.commit.side_effect = IntegrityError(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"stmt", "params", Exception("dup"))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with pytest.raises(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    EmailJaCadastradoError):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user_service.create_user(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    db, user_create)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db.rollback.assert_called_once()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db.refresh.assert_not_called()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Casos planejados — telemetry_service /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create_telemetry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fluxo de sucesso: persiste e retorna o registro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SQLAlchemyError resulta em HTTP 500 e rollback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erro genérico resulta em HTTP 500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6FB5"/>
                </a:solidFill>
              </a:rPr>
              <a:t>▸  get_telemetries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paginação explícita (skip/limit) e valores padrão (0/100)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erro na consulta resulta em HTTP 500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6FB5"/>
                </a:solidFill>
              </a:rPr>
              <a:t>▸  schemas (Pydantic)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e-mail inválido, senha inferior a 8 caracteres, valor padrão de status e modo 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def test_erro_de_persistencia_...(db, t):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db.commit.side_effect =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SQLAlchemyError("db down")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with pytest.raises(HTTPException) as 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telemetry_service\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    .create_telemetry(db, t)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assert e.value.status_code == 500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assert e.value.detail ==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"Erro interno ao salvar..."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db.rollback.assert_called_once()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Parte 2 — Testes de Mutação</a:t>
            </a:r>
          </a:p>
          <a:p>
            <a:r>
              <a:rPr sz="2400">
                <a:solidFill>
                  <a:srgbClr val="E3EEF8"/>
                </a:solidFill>
              </a:rPr>
              <a:t>Avaliando a eficácia da suíte de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DDF0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O que é teste de mutação?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▸  Avalia a qualidade da suíte: a cobertura indica quais linhas são executadas; a mutação verifica se as asserções detectam erros.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▸  A ferramenta introduz pequenas alterações no código de produção (os mutantes).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▸  Para cada mutante, a suíte de testes é executada: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E7D32"/>
                </a:solidFill>
              </a:rPr>
              <a:t>•  Caso algum teste falhe, o mutante é eliminado (a alteração foi detectada)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C62828"/>
                </a:solidFill>
              </a:rPr>
              <a:t>•  Caso todos passem, o mutante sobrevive (indica lacuna na suíte)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93776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Mutante eliminado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937760"/>
            <a:ext cx="30175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Mutante sobrevivente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892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</a:rPr>
              <a:t>▸  Exemplo de mutação: substituir min_length=8 por min_length=9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Ferramenta: mutmut (não pitest)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62828"/>
                </a:solidFill>
              </a:rPr>
              <a:t>▸  O pitest (PIT) é exclusivo da JVM (Java), pois atua sobre bytecode; portanto, não se aplica a Python.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E7D32"/>
                </a:solidFill>
              </a:rPr>
              <a:t>▸  Alternativas em Python: mutmut (adotado), cosmic-ray e mutatest.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Considerações de ambiente (Windows):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•  a versão 3.x exige WSL; optou-se pela versão 2.x, de execução nativa no Windows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•  o banner utiliza emojis; define-se PYTHONUTF8=1 para compatibilidade com o console cp1252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•  o comando results falha no Python 3.13 (incompatibilidade do pony ORM); recorre-se ao cache SQLite e a mutmut show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▸  Escopo: mutam-se apenas app/services/ e app/schemas/ (lógica pura), excluindo-se app/db (criação do engine na importação).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Processo com mutmut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1. Configuração (setup.cfg)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•  paths_to_mutate, tests_dir, runner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2. Execução da suíte base (deve passar integralmente)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3. mutmut run: uma execução por mutante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4. Análise dos mutantes sobreviventes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5. Elaboração de testes que os eliminem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FB5"/>
                </a:solidFill>
              </a:rPr>
              <a:t>▸  6. Reiteração do processo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0" y="1234440"/>
            <a:ext cx="5943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# setup.cfg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[mutmut]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paths_to_mutate=app/services/,app/schemas/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tests_dir=tests/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runner=python -m pytest -x -q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# PowerShell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$env:PYTHONUTF8=1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.venv\Scripts\Activate.ps1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mutmut run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mutmut show &lt;id&gt;   # ver o diff do mutante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1ª rodada —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444444"/>
                </a:solidFill>
              </a:rPr>
              <a:t>▸  23 mutantes:  9 eliminados  /  14 sobreviventes  (≈39%)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▸  Os mutantes sobreviventes revelaram lacunas concretas nas asserções: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4023360" cy="6858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min_length=8 →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97180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▸  a senha de teste possuía 13 caracteres; um limite maior ainda era aceito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4023360" cy="6858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detail="..." → "XX...XX"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74904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▸  as asserções verificavam apenas status_code == 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4023360" cy="6858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limit=100 → 101 (padrão)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52628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▸  os testes sempre informavam limit explicitamente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257800"/>
            <a:ext cx="4023360" cy="6858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from_attributes=True →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0352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▸  o modo ORM (model_validate) não era exercitado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Aprimoramento da suíte (eliminação de mutantes)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Teste de valor-limite (min_length)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8 caracteres é aceito e 7 é rejeitado, eliminando 8→9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Asserção do detail exato nas HTTPException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 não apenas do status_code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Teste dos valores padrão de paginação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invocação sem argumentos: offset(0) e limit(100)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▸  model_validate a partir de objeto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 exercita from_attributes (modo ORM)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def test_senha_no_limite_min_length():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# fronteira exata mata min_length=8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assert _user('12345678')\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.senha == '12345678'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with pytest.raises(ValidationError):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    _user('1234567')</a:t>
            </a:r>
          </a:p>
          <a:p>
            <a:pPr>
              <a:spcAft>
                <a:spcPts val="0"/>
              </a:spcAft>
            </a:pPr>
            <a:endParaRPr sz="13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def test_usa_paginacao_padrao(db):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...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telemetry_service.get_telemetries(db)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query.offset.assert_called_once_with(0)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6"/>
                </a:solidFill>
                <a:latin typeface="Consolas"/>
              </a:rPr>
              <a:t>    query.limit.assert_called_once_with(100)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Resultado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▸  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554480"/>
            <a:ext cx="7315200" cy="5029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2862469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62828"/>
                </a:solidFill>
              </a:rPr>
              <a:t>9/23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▸  Depois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7315200" cy="5029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2468880"/>
            <a:ext cx="6042991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19/23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E7D32"/>
                </a:solidFill>
              </a:rPr>
              <a:t>▸  Índice de mutação: de 39% para 83% (de 9 para 19 eliminados); 17 testes de unidade aprovados.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▸  Os 4 mutantes remanescentes correspondem a alterações no texto de mensagens de log.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▸  Decisão deliberada: a verificação de texto de log é frágil e de baixo valor; por isso, foram mantidos.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▸  Conclusão: cobertura não equivale a qualidade; a mutação indica precisamente onde as asserções são insuficientes.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64592"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Como rodar (resumo)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# Testes de unidade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.venv\Scripts\python.exe -m pytest</a:t>
            </a:r>
          </a:p>
          <a:p>
            <a:pPr>
              <a:spcAft>
                <a:spcPts val="0"/>
              </a:spcAft>
            </a:pPr>
            <a:endParaRPr sz="1500">
              <a:solidFill>
                <a:srgbClr val="E6E6E6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# Testes de mutação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$env:PYTHONUTF8=1; $env:PYTHONIOENCODING='utf-8'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.venv\Scripts\Activate.ps1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mutmut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</a:rPr>
              <a:t>▸  Configuração versionada: pyproject.toml (pytest e dependências de desenvolvimento) e setup.cfg (mutmut).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</a:rPr>
              <a:t>▸  Documentação disponível em tests/MUTATION_TESTING.md.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</a:rPr>
              <a:t>▸  O cache de mutação é desconsiderado pelo controle de versão (.mutmut-cache).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solidFill>
                  <a:srgbClr val="FFFFFF"/>
                </a:solidFill>
              </a:rPr>
              <a:t>Considerações</a:t>
            </a:r>
            <a:r>
              <a:rPr sz="4400" b="1" dirty="0">
                <a:solidFill>
                  <a:srgbClr val="FFFFFF"/>
                </a:solidFill>
              </a:rPr>
              <a:t> </a:t>
            </a:r>
            <a:r>
              <a:rPr sz="4400" b="1" dirty="0" err="1">
                <a:solidFill>
                  <a:srgbClr val="FFFFFF"/>
                </a:solidFill>
              </a:rPr>
              <a:t>finais</a:t>
            </a:r>
            <a:endParaRPr sz="4400" b="1" dirty="0">
              <a:solidFill>
                <a:srgbClr val="FFFFFF"/>
              </a:solidFill>
            </a:endParaRPr>
          </a:p>
          <a:p>
            <a:pPr algn="ctr"/>
            <a:r>
              <a:rPr lang="en-US" sz="2200" dirty="0" err="1">
                <a:solidFill>
                  <a:srgbClr val="CFDDF0"/>
                </a:solidFill>
              </a:rPr>
              <a:t>Muito</a:t>
            </a:r>
            <a:r>
              <a:rPr lang="en-US" sz="2200" dirty="0">
                <a:solidFill>
                  <a:srgbClr val="CFDDF0"/>
                </a:solidFill>
              </a:rPr>
              <a:t> </a:t>
            </a:r>
            <a:r>
              <a:rPr lang="en-US" sz="2200" dirty="0" err="1">
                <a:solidFill>
                  <a:srgbClr val="CFDDF0"/>
                </a:solidFill>
              </a:rPr>
              <a:t>obrigado</a:t>
            </a:r>
            <a:r>
              <a:rPr lang="en-US" sz="2200" dirty="0">
                <a:solidFill>
                  <a:srgbClr val="CFDDF0"/>
                </a:solidFill>
              </a:rPr>
              <a:t>!</a:t>
            </a:r>
          </a:p>
          <a:p>
            <a:pPr algn="ctr"/>
            <a:r>
              <a:rPr lang="en-US" sz="2200" dirty="0" err="1">
                <a:solidFill>
                  <a:srgbClr val="CFDDF0"/>
                </a:solidFill>
              </a:rPr>
              <a:t>Perguntas</a:t>
            </a:r>
            <a:r>
              <a:rPr lang="en-US" sz="2200" dirty="0">
                <a:solidFill>
                  <a:srgbClr val="CFDDF0"/>
                </a:solidFill>
              </a:rPr>
              <a:t>?</a:t>
            </a:r>
            <a:endParaRPr sz="2200" dirty="0">
              <a:solidFill>
                <a:srgbClr val="CFDD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DDF0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1685</Words>
  <Application>Microsoft Office PowerPoint</Application>
  <PresentationFormat>Widescreen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Cesar Sales</cp:lastModifiedBy>
  <cp:revision>2</cp:revision>
  <dcterms:created xsi:type="dcterms:W3CDTF">2013-01-27T09:14:16Z</dcterms:created>
  <dcterms:modified xsi:type="dcterms:W3CDTF">2026-05-27T15:50:52Z</dcterms:modified>
  <cp:category/>
</cp:coreProperties>
</file>